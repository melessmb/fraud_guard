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 — FraudGuard as a service pour Julaya, opérateur de paiements B2B en Afrique de l'Ouest.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chiffres illustrent la réalité du risque — ce n'est pas hypothétique, c'est opérationnel.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simple : Julaya appelle l'API /score pour chaque transaction et reçoit une décision en moins de 50ms.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sont les vraies données du compte de démo Julaya — 120 transactions sur 30 jours.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Toutes ces fonctionnalités sont disponibles dès maintenant dans votre compte de démonstration Julaya.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module conformité BCEAO est un fort différenciateur — les opérateurs passent beaucoup de temps à préparer ces rapports manuellement.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L'objectif est d'avoir Julaya live en 3 jours maximum. La complexité d'intégration est volontairement minimale.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Appel à l'action — proposer directement l'accès à la démo ou un pilote de 30 jours.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926080"/>
            <a:ext cx="2743200" cy="27432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97280" cy="3840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FRAUDGUARD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FraudGuard × Julaya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Protégez vos paiements B2B contre la fraude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réel — Afrique de l'Ouest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219456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576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&lt; 50ms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3657600"/>
            <a:ext cx="219456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36576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BCEAO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0" y="3657600"/>
            <a:ext cx="219456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36576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&amp; Wave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· Août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fraude mobile money en Afrique de l'Ouest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6400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Md$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pertes dues à la fraude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en 2023 (GSMA)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97280"/>
            <a:ext cx="265176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46120" y="2103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d'augmentation des incidents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frauduleux en deux ans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097280"/>
            <a:ext cx="265176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tentatives non détectées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réel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8412480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2900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Julaya traite des millions de transactions B2B — chaque fraude non détectée impacte la confiance de vos clients et votre conformité réglementaire BCEAO.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GSMA Mobile Money Report 2023 · BCEAO Rapport Annuel 2023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intelligente en temps réel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74520" y="2331720"/>
            <a:ext cx="685800" cy="640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Julaya envoie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l'événement via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92024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023360" y="2331720"/>
            <a:ext cx="685800" cy="640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LightGBM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50ms par scoring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1920240"/>
            <a:ext cx="914400" cy="9144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172200" y="2331720"/>
            <a:ext cx="685800" cy="640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niveau de risque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1920240"/>
            <a:ext cx="914400" cy="9144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736092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0372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portail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webhook Julaya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160520"/>
            <a:ext cx="2057400" cy="6675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41605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0040" y="45079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réponse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14600" y="4160520"/>
            <a:ext cx="2057400" cy="6675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2514600" y="41605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14600" y="45079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SLA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4160520"/>
            <a:ext cx="2057400" cy="6675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41605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09160" y="45079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scoring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03720" y="4160520"/>
            <a:ext cx="2057400" cy="6675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41605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03720" y="45079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simple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Julaya sur FraudGuard — 30 derniers jours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1645920"/>
          </a:xfrm>
          <a:prstGeom prst="rect">
            <a:avLst/>
          </a:prstGeom>
          <a:solidFill>
            <a:srgbClr val="111C2B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analysées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87168" y="960120"/>
            <a:ext cx="2011680" cy="1645920"/>
          </a:xfrm>
          <a:prstGeom prst="rect">
            <a:avLst/>
          </a:prstGeom>
          <a:solidFill>
            <a:srgbClr val="111C2B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7168" y="1051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487168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0016" y="960120"/>
            <a:ext cx="2011680" cy="1645920"/>
          </a:xfrm>
          <a:prstGeom prst="rect">
            <a:avLst/>
          </a:prstGeom>
          <a:solidFill>
            <a:srgbClr val="111C2B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1051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5.83%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700016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12864" y="960120"/>
            <a:ext cx="2011680" cy="1645920"/>
          </a:xfrm>
          <a:prstGeom prst="rect">
            <a:avLst/>
          </a:prstGeom>
          <a:solidFill>
            <a:srgbClr val="111C2B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051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912864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moyen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risque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par canal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mobile_money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3374136"/>
            <a:ext cx="3108960" cy="1645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0" y="3374136"/>
            <a:ext cx="2020824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txns · 5.1% fraude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3685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0" y="3767328"/>
            <a:ext cx="3108960" cy="1645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0" y="3767328"/>
            <a:ext cx="559613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3685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txns · 9.1% fraude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0782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0" y="4160520"/>
            <a:ext cx="3108960" cy="1645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4160520"/>
            <a:ext cx="310896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40782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txns · 8.3% fraude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4714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bank_transfer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0" y="4553712"/>
            <a:ext cx="3108960" cy="1645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2" name="Shape 30"/>
          <p:cNvSpPr/>
          <p:nvPr/>
        </p:nvSpPr>
        <p:spPr>
          <a:xfrm>
            <a:off x="2286000" y="4553712"/>
            <a:ext cx="217627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4471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txns · 0.0% fraude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actifs : CI (56%)  ·  SN (19%)  ·  ML (18%)  ·  BF (7%)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15568"/>
            <a:ext cx="658368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1556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1247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temps réel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&lt; 50ms, résultat score 0–1 avec explication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115568"/>
            <a:ext cx="65836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1556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0" y="11247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 adapté UEMOA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entraîné sur transactions mobiles Afrique de l'Ouest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115568"/>
            <a:ext cx="658368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11556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0" y="11247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avancée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691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bord, tendances, répartition par canal et pays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944368"/>
            <a:ext cx="658368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94436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2953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&amp; Webhooks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5204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instantanées portail ou intégration Julaya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7889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2944368"/>
            <a:ext cx="658368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94436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06240" y="2953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BCEAO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5204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automatiques, audit log, anonymisation RGPD 90j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7889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2944368"/>
            <a:ext cx="658368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294436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32320" y="2953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Multi-rôles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35204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opérateurs, compliance — accès granulaires par rôle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aux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BCEAO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FraudGuard est conçu pour les opérateurs réglementés — rapports automatiques, audit trail complet, et anonymisation des données conformes RGPD.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944368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907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conformité mensuel automatique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255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horodaté et immuable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39312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6027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 RGPD après 90 jours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86784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950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de chaque décision de scoring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33425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 données sur demande réglementaire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411480"/>
            <a:ext cx="3749040" cy="4434840"/>
          </a:xfrm>
          <a:prstGeom prst="rect">
            <a:avLst/>
          </a:prstGeom>
          <a:solidFill>
            <a:srgbClr val="0D1F3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548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BCEAO — Aout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1051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Julaya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66360" y="1417320"/>
            <a:ext cx="3383280" cy="914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14721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analysées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1472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66360" y="1837944"/>
            <a:ext cx="3383280" cy="914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1892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Fraudes détectées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1892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66360" y="2258568"/>
            <a:ext cx="3383280" cy="914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2313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fraude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2313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5.83%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166360" y="2679192"/>
            <a:ext cx="3383280" cy="914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7340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7340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66360" y="3099816"/>
            <a:ext cx="3383280" cy="914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bloquées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66360" y="3520440"/>
            <a:ext cx="3383280" cy="914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3575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conformité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0" y="35753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66360" y="3941064"/>
            <a:ext cx="3383280" cy="914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8" name="Shape 36"/>
          <p:cNvSpPr/>
          <p:nvPr/>
        </p:nvSpPr>
        <p:spPr>
          <a:xfrm>
            <a:off x="5029200" y="4343400"/>
            <a:ext cx="37490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4343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 automatiquement · Pret pour soumission BCEAO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en 3 jours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389120" cy="3291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Analyser une transaction Julaya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/api/v1/score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08176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{token}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"transaction_id": "JLY-20260811",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2128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"tenant_id": 4,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414016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"amount": 150000,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"currency": "XOF",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81635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"channel": "mobile_money",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"country": "CI"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621024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Reponse : { "score": 0.12,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82219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"risk": "low", "is_fraud": false}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0" y="914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en 3 jours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0" y="1463040"/>
            <a:ext cx="77724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1463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&amp; configuration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18470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créé, clé API fournie, variables d'environnement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2377440"/>
            <a:ext cx="54864" cy="182880"/>
          </a:xfrm>
          <a:prstGeom prst="rect">
            <a:avLst/>
          </a:prstGeom>
          <a:solidFill>
            <a:srgbClr val="C5DCE8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2560320"/>
            <a:ext cx="77724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560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97880" y="2560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29443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Appeler /score depuis le backend Julaya, tests end-to-end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3474720"/>
            <a:ext cx="54864" cy="182880"/>
          </a:xfrm>
          <a:prstGeom prst="rect">
            <a:avLst/>
          </a:prstGeom>
          <a:solidFill>
            <a:srgbClr val="C5DCE8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0" y="3657600"/>
            <a:ext cx="77724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6576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97880" y="3657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40416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operationnel, alertes activées, équipe formée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065A8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4864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Prets a proteger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paiements ?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2423160" cy="1783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34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 votre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Julaya maintenant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2743200"/>
            <a:ext cx="2423160" cy="1783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834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3337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technique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7490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 heure avec votre equipe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2423160" cy="1783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834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3337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30 jours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7490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vraies transactions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environnement sandbox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754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contact@fraudguard.io  |  fraudguard.io  |  Demo : julaya-admin / Julaya2024!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2026-08-11T10:42:01Z</dcterms:created>
  <dcterms:modified xsi:type="dcterms:W3CDTF">2026-08-11T10:42:01Z</dcterms:modified>
</cp:coreProperties>
</file>